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25% → 31%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Дорожная карта тендерного направления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ред. 3 · 26.05.2026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Главная мысль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31% — не премия за хороший месяц.</a:t>
            </a:r>
          </a:p>
          <a:p>
            <a:pPr lvl="0"/>
            <a:r>
              <a:rPr/>
              <a:t>Это доля руководителя самостоятельного направления.</a:t>
            </a:r>
          </a:p>
          <a:p>
            <a:pPr lvl="0"/>
            <a:r>
              <a:rPr/>
              <a:t>Самостоятельность видна в цифрах, сроках, деньгах и решениях.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Что подтвердил совет экспертов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План рабочий: 25% база, 31% только за устойчивую автономность.</a:t>
            </a:r>
          </a:p>
          <a:p>
            <a:pPr lvl="0"/>
            <a:r>
              <a:rPr/>
              <a:t>Отчётность полностью на Даниле.</a:t>
            </a:r>
          </a:p>
          <a:p>
            <a:pPr lvl="0"/>
            <a:r>
              <a:rPr/>
              <a:t>Антон даёт недельный собственнический слот, но не становится диспетчером.</a:t>
            </a:r>
          </a:p>
          <a:p>
            <a:pPr lvl="0"/>
            <a:r>
              <a:rPr/>
              <a:t>Доля считается от полученной чистой прибыли, не от оборота и не из дебиторки.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Условие 25% → 31%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Все 6 критериев держатся 3 месяца подряд.</a:t>
            </a:r>
          </a:p>
          <a:p>
            <a:pPr lvl="0"/>
            <a:r>
              <a:rPr/>
              <a:t>Один контролируемый срыв — счётчик начинается заново.</a:t>
            </a:r>
          </a:p>
          <a:p>
            <a:pPr lvl="0"/>
            <a:r>
              <a:rPr/>
              <a:t>Сначала 2 недели на сбор реестра и утверждение формата отчёта.</a:t>
            </a:r>
          </a:p>
          <a:p>
            <a:pPr lvl="0"/>
            <a:r>
              <a:rPr/>
              <a:t>31% применяется на будущий период, не задним числом.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Шесть критериев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Единый реестр без слепых зон.</a:t>
            </a:r>
          </a:p>
          <a:p>
            <a:pPr lvl="0" indent="-342900" marL="342900">
              <a:buAutoNum type="arabicPeriod"/>
            </a:pPr>
            <a:r>
              <a:rPr/>
              <a:t>Сроки подачи не теряются.</a:t>
            </a:r>
          </a:p>
          <a:p>
            <a:pPr lvl="0" indent="-342900" marL="342900">
              <a:buAutoNum type="arabicPeriod"/>
            </a:pPr>
            <a:r>
              <a:rPr/>
              <a:t>Дебиторка под контролем.</a:t>
            </a:r>
          </a:p>
          <a:p>
            <a:pPr lvl="0" indent="-342900" marL="342900">
              <a:buAutoNum type="arabicPeriod"/>
            </a:pPr>
            <a:r>
              <a:rPr/>
              <a:t>Маржа направления видна.</a:t>
            </a:r>
          </a:p>
          <a:p>
            <a:pPr lvl="0" indent="-342900" marL="342900">
              <a:buAutoNum type="arabicPeriod"/>
            </a:pPr>
            <a:r>
              <a:rPr/>
              <a:t>Недельный отчёт готов за 12–24 часа до встречи.</a:t>
            </a:r>
          </a:p>
          <a:p>
            <a:pPr lvl="0" indent="-342900" marL="342900">
              <a:buAutoNum type="arabicPeriod"/>
            </a:pPr>
            <a:r>
              <a:rPr/>
              <a:t>К Антону — только вопросы собственника.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Что считается срывом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Тендер или контракт не внесён в реестр.</a:t>
            </a:r>
          </a:p>
          <a:p>
            <a:pPr lvl="0"/>
            <a:r>
              <a:rPr/>
              <a:t>Срок потерян по внутренней причине.</a:t>
            </a:r>
          </a:p>
          <a:p>
            <a:pPr lvl="0"/>
            <a:r>
              <a:rPr/>
              <a:t>Красный риск не показан заранее.</a:t>
            </a:r>
          </a:p>
          <a:p>
            <a:pPr lvl="0"/>
            <a:r>
              <a:rPr/>
              <a:t>Нет маржи или прямых расходов по контракту.</a:t>
            </a:r>
          </a:p>
          <a:p>
            <a:pPr lvl="0"/>
            <a:r>
              <a:rPr/>
              <a:t>Нет плана по дебиторке.</a:t>
            </a:r>
          </a:p>
          <a:p>
            <a:pPr lvl="0"/>
            <a:r>
              <a:rPr/>
              <a:t>Вопрос принесён без факта, вариантов и рекомендации.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Что не считается срывом Данила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Задержка заказчика.</a:t>
            </a:r>
          </a:p>
          <a:p>
            <a:pPr lvl="0"/>
            <a:r>
              <a:rPr/>
              <a:t>Сбой площадки.</a:t>
            </a:r>
          </a:p>
          <a:p>
            <a:pPr lvl="0"/>
            <a:r>
              <a:rPr/>
              <a:t>Перенос поставщика.</a:t>
            </a:r>
          </a:p>
          <a:p>
            <a:pPr lvl="0"/>
            <a:r>
              <a:rPr/>
              <a:t>Задержка решения Антона.</a:t>
            </a:r>
          </a:p>
          <a:p>
            <a:pPr lvl="0" indent="0" marL="0">
              <a:buNone/>
            </a:pPr>
            <a:r>
              <a:rPr/>
              <a:t>Но только если риск заранее внесён в реестр, подсвечен и по нему есть план.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Формула денег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31% считается только от фактически полученной чистой прибыли.</a:t>
            </a:r>
          </a:p>
          <a:p>
            <a:pPr lvl="0"/>
            <a:r>
              <a:rPr/>
              <a:t>Чистая прибыль = поступившие деньги − прямые расходы.</a:t>
            </a:r>
          </a:p>
          <a:p>
            <a:pPr lvl="0"/>
            <a:r>
              <a:rPr/>
              <a:t>Прямые расходы: закупка, логистика, подрядчики, гарантии, комиссии, выезды, замены, штрафы, пени, удержания.</a:t>
            </a:r>
          </a:p>
          <a:p>
            <a:pPr lvl="0"/>
            <a:r>
              <a:rPr/>
              <a:t>Если деньги не пришли или прибыль не считается — базы для 31% нет.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Список собственника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К Антону попадают только:</a:t>
            </a:r>
          </a:p>
          <a:p>
            <a:pPr lvl="0"/>
            <a:r>
              <a:rPr/>
              <a:t>контракт выше 1 000 000 ₽ или новый крупный заказчик;</a:t>
            </a:r>
          </a:p>
          <a:p>
            <a:pPr lvl="0"/>
            <a:r>
              <a:rPr/>
              <a:t>постоплата больше 60 дней или риск крупной дебиторки;</a:t>
            </a:r>
          </a:p>
          <a:p>
            <a:pPr lvl="0"/>
            <a:r>
              <a:rPr/>
              <a:t>претензия, штраф, расторжение, суд;</a:t>
            </a:r>
          </a:p>
          <a:p>
            <a:pPr lvl="0"/>
            <a:r>
              <a:rPr/>
              <a:t>закупка или субподряд выше 200 000 ₽;</a:t>
            </a:r>
          </a:p>
          <a:p>
            <a:pPr lvl="0"/>
            <a:r>
              <a:rPr/>
              <a:t>новое направление, площадка или схема;</a:t>
            </a:r>
          </a:p>
          <a:p>
            <a:pPr lvl="0"/>
            <a:r>
              <a:rPr/>
              <a:t>изменение доли, лимитов и правил.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Что Антон не делает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Не занимается наймом.</a:t>
            </a:r>
          </a:p>
          <a:p>
            <a:pPr lvl="0"/>
            <a:r>
              <a:rPr/>
              <a:t>Не готовит отчётность.</a:t>
            </a:r>
          </a:p>
          <a:p>
            <a:pPr lvl="0"/>
            <a:r>
              <a:rPr/>
              <a:t>Не собирает цифры за Данила.</a:t>
            </a:r>
          </a:p>
          <a:p>
            <a:pPr lvl="0"/>
            <a:r>
              <a:rPr/>
              <a:t>Не решает обычные тендерные вопросы между встречами.</a:t>
            </a:r>
          </a:p>
          <a:p>
            <a:pPr lvl="0"/>
            <a:r>
              <a:rPr/>
              <a:t>Не пишет заявки, письма и документы за Данила.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Формат отчётности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Один реестр + короткий недельный отчёт.</a:t>
            </a:r>
          </a:p>
          <a:p>
            <a:pPr lvl="0"/>
            <a:r>
              <a:rPr/>
              <a:t>Реестр: номер, площадка, заказчик, сумма, стадия, срок, следующий шаг, маржа, дебиторка, риск, блокер.</a:t>
            </a:r>
          </a:p>
          <a:p>
            <a:pPr lvl="0"/>
            <a:r>
              <a:rPr/>
              <a:t>Отчёт: оплачено, ожидается к оплате, дебиторка 30/60/90, чистая прибыль, топ-5 рисков, 3 результата, 3 приоритета.</a:t>
            </a:r>
          </a:p>
          <a:p>
            <a:pPr lvl="0"/>
            <a:r>
              <a:rPr/>
              <a:t>Вопрос к Антону: факт, риск, деньги, срок, 2–3 варианта, рекомендация Данила.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Плавающая встреча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Один слот 45–60 минут в течение недели.</a:t>
            </a:r>
          </a:p>
          <a:p>
            <a:pPr lvl="0"/>
            <a:r>
              <a:rPr/>
              <a:t>0–10: отчёт по 6 критериям.</a:t>
            </a:r>
          </a:p>
          <a:p>
            <a:pPr lvl="0"/>
            <a:r>
              <a:rPr/>
              <a:t>10–25: вопросы собственника.</a:t>
            </a:r>
          </a:p>
          <a:p>
            <a:pPr lvl="0"/>
            <a:r>
              <a:rPr/>
              <a:t>25–40: дебиторка, маржа, риски.</a:t>
            </a:r>
          </a:p>
          <a:p>
            <a:pPr lvl="0"/>
            <a:r>
              <a:rPr/>
              <a:t>40–55: блокеры и приоритеты.</a:t>
            </a:r>
          </a:p>
          <a:p>
            <a:pPr lvl="0"/>
            <a:r>
              <a:rPr/>
              <a:t>55–60: решения — кто делает, что делает, до какой даты.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Стержень разговора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31% я подтверждаю как возможный уровень. Но это не премия за усталость. Это доля руководителя самостоятельного направления.</a:t>
            </a:r>
          </a:p>
          <a:p>
            <a:pPr lvl="0" indent="0" marL="0">
              <a:buNone/>
            </a:pPr>
            <a:r>
              <a:rPr/>
              <a:t>Я даю тебе слот и решения собственника. Ты приносишь факты, варианты, рекомендацию, деньги, риски и реестр.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25% → 31%</dc:title>
  <dc:creator>Дорожная карта тендерного направления</dc:creator>
  <cp:keywords/>
  <dcterms:created xsi:type="dcterms:W3CDTF">2026-05-26T18:50:42Z</dcterms:created>
  <dcterms:modified xsi:type="dcterms:W3CDTF">2026-05-26T18:50:42Z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ред. 3 · 26.05.2026</vt:lpwstr>
  </property>
</Properties>
</file>