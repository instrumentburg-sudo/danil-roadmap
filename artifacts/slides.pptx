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notesMaster" Target="notesMasters/notesMaster1.xml" /><Relationship Id="rId15" Type="http://schemas.openxmlformats.org/officeDocument/2006/relationships/viewProps" Target="viewProps.xml" /><Relationship Id="rId1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7" Type="http://schemas.openxmlformats.org/officeDocument/2006/relationships/tableStyles" Target="tableStyles.xml" /><Relationship Id="rId16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Сказать спокойно: это не наказание и не торг. Это проверка самостоятельности.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25% → 31%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Дорожная карта тендерного направления</a:t>
            </a:r>
            <a:br/>
            <a:br/>
            <a:r>
              <a:rPr/>
              <a:t>ред. 2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26.05.2026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Главная мысль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31% — не премия за хороший месяц.</a:t>
            </a:r>
          </a:p>
          <a:p>
            <a:pPr lvl="0" indent="0" marL="0">
              <a:buNone/>
            </a:pPr>
            <a:r>
              <a:rPr/>
              <a:t>Это новая доля за самостоятельное направление, где порядок видно в цифрах, сроках и решениях.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Что исправили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Неработающая автоматизация убрана из критериев: пока контур не работает, он не может быть условием.</a:t>
            </a:r>
          </a:p>
          <a:p>
            <a:pPr lvl="0"/>
            <a:r>
              <a:rPr/>
              <a:t>Фиксированный день убран: встреча плавающая в течение недели.</a:t>
            </a:r>
          </a:p>
          <a:p>
            <a:pPr lvl="0"/>
            <a:r>
              <a:rPr/>
              <a:t>Найм не на Антоне.</a:t>
            </a:r>
          </a:p>
          <a:p>
            <a:pPr lvl="0"/>
            <a:r>
              <a:rPr/>
              <a:t>Отчётность не на Антоне: Данил сам приносит цифры и статусы.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Условие 25% → 31%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Все 6 критериев держатся 3 месяца подряд.</a:t>
            </a:r>
          </a:p>
          <a:p>
            <a:pPr lvl="0" indent="0" marL="0">
              <a:buNone/>
            </a:pPr>
            <a:r>
              <a:rPr/>
              <a:t>Один срыв по любому критерию — счётчик начинается заново.</a:t>
            </a:r>
          </a:p>
          <a:p>
            <a:pPr lvl="0" indent="0" marL="0">
              <a:buNone/>
            </a:pPr>
            <a:r>
              <a:rPr/>
              <a:t>Не 5 из 6. Не «почти». Все шесть.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Шесть критериев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Единый реестр без слепых зон.</a:t>
            </a:r>
          </a:p>
          <a:p>
            <a:pPr lvl="0" indent="-342900" marL="342900">
              <a:buAutoNum type="arabicPeriod"/>
            </a:pPr>
            <a:r>
              <a:rPr/>
              <a:t>Сроки подачи не теряются.</a:t>
            </a:r>
          </a:p>
          <a:p>
            <a:pPr lvl="0" indent="-342900" marL="342900">
              <a:buAutoNum type="arabicPeriod"/>
            </a:pPr>
            <a:r>
              <a:rPr/>
              <a:t>Дебиторка под контролем.</a:t>
            </a:r>
          </a:p>
          <a:p>
            <a:pPr lvl="0" indent="-342900" marL="342900">
              <a:buAutoNum type="arabicPeriod"/>
            </a:pPr>
            <a:r>
              <a:rPr/>
              <a:t>Маржа направления видна.</a:t>
            </a:r>
          </a:p>
          <a:p>
            <a:pPr lvl="0" indent="-342900" marL="342900">
              <a:buAutoNum type="arabicPeriod"/>
            </a:pPr>
            <a:r>
              <a:rPr/>
              <a:t>Недельный отчёт готов до встречи.</a:t>
            </a:r>
          </a:p>
          <a:p>
            <a:pPr lvl="0" indent="-342900" marL="342900">
              <a:buAutoNum type="arabicPeriod"/>
            </a:pPr>
            <a:r>
              <a:rPr/>
              <a:t>К Антону — только по списку собственника.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Список собственника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К Антону попадают только вопросы:</a:t>
            </a:r>
          </a:p>
          <a:p>
            <a:pPr lvl="0"/>
            <a:r>
              <a:rPr/>
              <a:t>контракт выше 1 000 000 ₽ или новый крупный заказчик;</a:t>
            </a:r>
          </a:p>
          <a:p>
            <a:pPr lvl="0"/>
            <a:r>
              <a:rPr/>
              <a:t>постоплата больше 60 дней;</a:t>
            </a:r>
          </a:p>
          <a:p>
            <a:pPr lvl="0"/>
            <a:r>
              <a:rPr/>
              <a:t>претензия, штраф, расторжение, суд;</a:t>
            </a:r>
          </a:p>
          <a:p>
            <a:pPr lvl="0"/>
            <a:r>
              <a:rPr/>
              <a:t>закупка или субподряд выше 200 000 ₽;</a:t>
            </a:r>
          </a:p>
          <a:p>
            <a:pPr lvl="0"/>
            <a:r>
              <a:rPr/>
              <a:t>новое направление или схема работы;</a:t>
            </a:r>
          </a:p>
          <a:p>
            <a:pPr lvl="0"/>
            <a:r>
              <a:rPr/>
              <a:t>изменение доли, лимитов, правил.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Что Антон даёт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Плавающий слот раз в неделю: 45–60 минут.</a:t>
            </a:r>
          </a:p>
          <a:p>
            <a:pPr lvl="0"/>
            <a:r>
              <a:rPr/>
              <a:t>Решение по вопросам собственника.</a:t>
            </a:r>
          </a:p>
          <a:p>
            <a:pPr lvl="0"/>
            <a:r>
              <a:rPr/>
              <a:t>Правила расчёта 31%.</a:t>
            </a:r>
          </a:p>
          <a:p>
            <a:pPr lvl="0"/>
            <a:r>
              <a:rPr/>
              <a:t>Последнее слово по крупным деньгам, рискам и правилам.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Что Антон не делает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Не занимается наймом.</a:t>
            </a:r>
          </a:p>
          <a:p>
            <a:pPr lvl="0"/>
            <a:r>
              <a:rPr/>
              <a:t>Не готовит отчётность.</a:t>
            </a:r>
          </a:p>
          <a:p>
            <a:pPr lvl="0"/>
            <a:r>
              <a:rPr/>
              <a:t>Не собирает цифры за Данила.</a:t>
            </a:r>
          </a:p>
          <a:p>
            <a:pPr lvl="0"/>
            <a:r>
              <a:rPr/>
              <a:t>Не решает обычные тендерные вопросы между встречами.</a:t>
            </a:r>
          </a:p>
          <a:p>
            <a:pPr lvl="0"/>
            <a:r>
              <a:rPr/>
              <a:t>Не пишет заявки, письма и документы за Данила.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Что Данил приносит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До встречи:</a:t>
            </a:r>
          </a:p>
          <a:p>
            <a:pPr lvl="0"/>
            <a:r>
              <a:rPr/>
              <a:t>реестр тендеров и контрактов;</a:t>
            </a:r>
          </a:p>
          <a:p>
            <a:pPr lvl="0"/>
            <a:r>
              <a:rPr/>
              <a:t>дебиторку и план взыскания;</a:t>
            </a:r>
          </a:p>
          <a:p>
            <a:pPr lvl="0"/>
            <a:r>
              <a:rPr/>
              <a:t>маржу по контрактам;</a:t>
            </a:r>
          </a:p>
          <a:p>
            <a:pPr lvl="0"/>
            <a:r>
              <a:rPr/>
              <a:t>блокеры;</a:t>
            </a:r>
          </a:p>
          <a:p>
            <a:pPr lvl="0"/>
            <a:r>
              <a:rPr/>
              <a:t>3 результата прошлой недели;</a:t>
            </a:r>
          </a:p>
          <a:p>
            <a:pPr lvl="0"/>
            <a:r>
              <a:rPr/>
              <a:t>3 приоритета следующей недели;</a:t>
            </a:r>
          </a:p>
          <a:p>
            <a:pPr lvl="0"/>
            <a:r>
              <a:rPr/>
              <a:t>вопросы к Антону только из списка собственника.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Плавающая встреча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Один слот в течение недели.</a:t>
            </a:r>
          </a:p>
          <a:p>
            <a:pPr lvl="0"/>
            <a:r>
              <a:rPr/>
              <a:t>0–10: отчёт по 6 критериям.</a:t>
            </a:r>
          </a:p>
          <a:p>
            <a:pPr lvl="0"/>
            <a:r>
              <a:rPr/>
              <a:t>10–25: вопросы собственника.</a:t>
            </a:r>
          </a:p>
          <a:p>
            <a:pPr lvl="0"/>
            <a:r>
              <a:rPr/>
              <a:t>25–40: дебиторка, маржа, риски.</a:t>
            </a:r>
          </a:p>
          <a:p>
            <a:pPr lvl="0"/>
            <a:r>
              <a:rPr/>
              <a:t>40–55: блокеры и приоритеты.</a:t>
            </a:r>
          </a:p>
          <a:p>
            <a:pPr lvl="0"/>
            <a:r>
              <a:rPr/>
              <a:t>55–60: фиксация решений.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Стержень разговора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31% — не компенсация за усталость и не премия за хороший месяц.</a:t>
            </a:r>
          </a:p>
          <a:p>
            <a:pPr lvl="0" indent="0" marL="0">
              <a:buNone/>
            </a:pPr>
            <a:r>
              <a:rPr/>
              <a:t>Это цена самостоятельного направления, которое показывает цифры и само держит порядок.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25% → 31%</dc:title>
  <dc:creator>ред. 2</dc:creator>
  <cp:keywords/>
  <dcterms:created xsi:type="dcterms:W3CDTF">2026-05-26T18:28:10Z</dcterms:created>
  <dcterms:modified xsi:type="dcterms:W3CDTF">2026-05-26T18:28:10Z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26.05.2026</vt:lpwstr>
  </property>
  <property fmtid="{D5CDD505-2E9C-101B-9397-08002B2CF9AE}" pid="3" name="subtitle">
    <vt:lpwstr>Дорожная карта тендерного направления</vt:lpwstr>
  </property>
</Properties>
</file>